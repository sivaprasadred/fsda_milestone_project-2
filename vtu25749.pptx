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71" r:id="rId5"/>
    <p:sldId id="259" r:id="rId6"/>
    <p:sldId id="261" r:id="rId7"/>
    <p:sldId id="262" r:id="rId8"/>
    <p:sldId id="263" r:id="rId9"/>
    <p:sldId id="264" r:id="rId10"/>
    <p:sldId id="269" r:id="rId11"/>
    <p:sldId id="266" r:id="rId12"/>
    <p:sldId id="274" r:id="rId13"/>
    <p:sldId id="270" r:id="rId14"/>
    <p:sldId id="265" r:id="rId15"/>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30" d="100"/>
          <a:sy n="30" d="100"/>
        </p:scale>
        <p:origin x="1301"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423706-596B-4B8F-A9F1-41336A9355CF}" type="datetimeFigureOut">
              <a:rPr lang="en-IN" smtClean="0"/>
              <a:t>06-05-2026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49FD17-8AE3-498F-8528-A83923C96FF2}" type="slidenum">
              <a:rPr lang="en-IN" smtClean="0"/>
              <a:t>‹#›</a:t>
            </a:fld>
            <a:endParaRPr lang="en-IN"/>
          </a:p>
        </p:txBody>
      </p:sp>
    </p:spTree>
    <p:extLst>
      <p:ext uri="{BB962C8B-B14F-4D97-AF65-F5344CB8AC3E}">
        <p14:creationId xmlns:p14="http://schemas.microsoft.com/office/powerpoint/2010/main" val="1252487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49FD17-8AE3-498F-8528-A83923C96FF2}" type="slidenum">
              <a:rPr lang="en-IN" smtClean="0"/>
              <a:t>10</a:t>
            </a:fld>
            <a:endParaRPr lang="en-IN"/>
          </a:p>
        </p:txBody>
      </p:sp>
    </p:spTree>
    <p:extLst>
      <p:ext uri="{BB962C8B-B14F-4D97-AF65-F5344CB8AC3E}">
        <p14:creationId xmlns:p14="http://schemas.microsoft.com/office/powerpoint/2010/main" val="277992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84488"/>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P.SivaPrasad</a:t>
            </a:r>
            <a:r>
              <a:rPr lang="en-US" sz="3000" dirty="0">
                <a:latin typeface="Cambria" panose="02040503050406030204" pitchFamily="18" charset="0"/>
                <a:ea typeface="Cambria" panose="02040503050406030204" pitchFamily="18" charset="0"/>
              </a:rPr>
              <a:t> Reddy – VTU25749 – 23UECS0856.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a:t>
            </a:r>
            <a:r>
              <a:rPr kumimoji="0" lang="en-US" altLang="en-US" sz="3600" b="0" i="0" u="none" strike="noStrike" cap="none" normalizeH="0" baseline="0" dirty="0" err="1">
                <a:ln>
                  <a:noFill/>
                </a:ln>
                <a:solidFill>
                  <a:schemeClr val="tx1"/>
                </a:solidFill>
                <a:effectLst/>
                <a:latin typeface="Arial" panose="020B0604020202020204" pitchFamily="34" charset="0"/>
              </a:rPr>
              <a:t>MySql</a:t>
            </a:r>
            <a:r>
              <a:rPr lang="en-US" altLang="en-US" sz="3600" dirty="0">
                <a:latin typeface="Arial" panose="020B0604020202020204" pitchFamily="34" charset="0"/>
              </a:rPr>
              <a:t> </a:t>
            </a:r>
            <a:r>
              <a:rPr lang="en-US" altLang="en-US" sz="3600" dirty="0" err="1">
                <a:latin typeface="Arial" panose="020B0604020202020204" pitchFamily="34" charset="0"/>
              </a:rPr>
              <a:t>Database</a:t>
            </a:r>
            <a:r>
              <a:rPr kumimoji="0" lang="en-US" altLang="en-US" sz="3600" b="0" i="0" u="none" strike="noStrike" cap="none" normalizeH="0" baseline="0" dirty="0" err="1">
                <a:ln>
                  <a:noFill/>
                </a:ln>
                <a:solidFill>
                  <a:schemeClr val="tx1"/>
                </a:solidFill>
                <a:effectLst/>
                <a:latin typeface="Arial" panose="020B0604020202020204" pitchFamily="34" charset="0"/>
              </a:rPr>
              <a:t>for</a:t>
            </a:r>
            <a:r>
              <a:rPr kumimoji="0" lang="en-US" altLang="en-US" sz="3600" b="0" i="0" u="none" strike="noStrike" cap="none" normalizeH="0" baseline="0" dirty="0">
                <a:ln>
                  <a:noFill/>
                </a:ln>
                <a:solidFill>
                  <a:schemeClr val="tx1"/>
                </a:solidFill>
                <a:effectLst/>
                <a:latin typeface="Arial" panose="020B0604020202020204" pitchFamily="34" charset="0"/>
              </a:rPr>
              <a:t>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793167" y="2117811"/>
            <a:ext cx="19275947"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illustrates a software architecture diagram, showcasing the integration of a React-based frontend with a Spring Boot backend, featuring components such as REST APIs, user interfaces, state management, business logic, services, and a MySQL database for data storage.&#10;&#10;AI-generated content may be incorrect.">
            <a:extLst>
              <a:ext uri="{FF2B5EF4-FFF2-40B4-BE49-F238E27FC236}">
                <a16:creationId xmlns:a16="http://schemas.microsoft.com/office/drawing/2014/main" id="{068C2F7F-9BF5-C32F-E5A9-141705922AA3}"/>
              </a:ext>
            </a:extLst>
          </p:cNvPr>
          <p:cNvPicPr>
            <a:picLocks noChangeAspect="1"/>
          </p:cNvPicPr>
          <p:nvPr/>
        </p:nvPicPr>
        <p:blipFill>
          <a:blip r:embed="rId3"/>
          <a:stretch>
            <a:fillRect/>
          </a:stretch>
        </p:blipFill>
        <p:spPr>
          <a:xfrm>
            <a:off x="4419600" y="1373626"/>
            <a:ext cx="9982200" cy="81513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a:t>
            </a:r>
            <a:r>
              <a:rPr lang="en-US" altLang="en-US" sz="2800" dirty="0">
                <a:latin typeface="Arial" panose="020B0604020202020204" pitchFamily="34" charset="0"/>
              </a:rPr>
              <a:t> </a:t>
            </a:r>
            <a:r>
              <a:rPr lang="en-US" altLang="en-US" sz="2800" dirty="0" err="1">
                <a:latin typeface="Arial" panose="020B0604020202020204" pitchFamily="34" charset="0"/>
              </a:rPr>
              <a:t>MySql</a:t>
            </a:r>
            <a:r>
              <a:rPr lang="en-US" altLang="en-US" sz="2800" dirty="0">
                <a:latin typeface="Arial" panose="020B0604020202020204" pitchFamily="34" charset="0"/>
              </a:rPr>
              <a:t> Database</a:t>
            </a:r>
            <a:endParaRPr lang="en-US" sz="2800" dirty="0"/>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a:t>
            </a:r>
            <a:r>
              <a:rPr lang="en-IN" sz="2800" dirty="0" err="1"/>
              <a:t>MySql</a:t>
            </a:r>
            <a:r>
              <a:rPr lang="en-IN" sz="2800" dirty="0"/>
              <a:t> </a:t>
            </a:r>
            <a:r>
              <a:rPr lang="en-IN" sz="2800" dirty="0" err="1"/>
              <a:t>DataBase</a:t>
            </a:r>
            <a:r>
              <a:rPr lang="en-IN" sz="2800" dirty="0"/>
              <a:t>.</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1B82A335-D48A-42A0-D477-3944E58595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2228865"/>
            <a:ext cx="13487400" cy="7165181"/>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66C93A0E-A7B6-469A-70B4-976124D3D4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778" y="1751351"/>
            <a:ext cx="14005222" cy="7440274"/>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FDE7-E5F9-0572-06BC-906871658AE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B927782-7826-FD9A-5081-16A759B27D1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2BCA8A6-3F99-1781-035C-9D0B5E90AD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3C176BCB-6BDD-21E1-7755-4F51345EC11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AA164B6-9F3D-562A-B30D-8DEC44FA6B7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D377175-9420-A9ED-5B11-D2FA05D883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1466B8BF-767B-1CAA-C933-0CBCCD7F4A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E51DD19-14F4-ED91-8726-0E7886D106A0}"/>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289CE4E-8A9B-FD34-90ED-FF508E3B3C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0B1E36BB-1084-2CF8-66FE-E7EF61104B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88BC1AD-FF8C-4A43-2382-44E208F1B87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E98C425D-5EB4-FB3C-CFF8-7536D75382B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EBAE64A8-4B32-1376-1B72-7C9E1490897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F31FA3EF-E21D-0683-CC3B-B9472AB6E90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22578D7-ABD0-E001-E21F-3B5E6C91F7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C372DC7C-3DF6-CE29-CF8E-4EFF45942C6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F28E5B1-7920-63C6-091F-0353834542FF}"/>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67CF8EC-CA60-BBF1-F5FA-41DECE6B96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9B26FBCD-2DCC-94AE-4A5C-BE90414097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BD0E081D-9AA3-5568-3331-5BC97DF171D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D1B764C-CB42-EE25-001E-76CD1D57C7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12CE94B9-095F-51DE-E944-16CEA695B6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8157FE65-BFDA-754B-1816-63AF59AD57E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B49E5082-AF35-AD8C-3EFF-E362E8CBF1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BD332E7-0683-E9B9-EE4E-98C7940960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87F15DB-A67E-7ABA-FBD7-DE3C1DD9283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87DA79F-0B9C-2009-B970-AC53C974AF6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F784A015-0F6A-08B9-18E2-CC261FA182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62BC84D-0AC3-5496-1E0A-CAA937441D1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33FF6009-729E-013B-5842-C4CE8E1E668C}"/>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4735107-596D-A9DF-E727-2EC5C75E1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AA4B7E9-F14F-7F72-48BD-97B68E885D53}"/>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7054A41C-BA6D-4703-FB4D-C5E7EA92601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2EFF502-800E-66CF-B603-E4433C3F2EBB}"/>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88729A78-7ED1-7C9F-3BA5-C84B5B1C3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459705"/>
            <a:ext cx="14554200" cy="7731919"/>
          </a:xfrm>
          <a:prstGeom prst="rect">
            <a:avLst/>
          </a:prstGeom>
        </p:spPr>
      </p:pic>
    </p:spTree>
    <p:extLst>
      <p:ext uri="{BB962C8B-B14F-4D97-AF65-F5344CB8AC3E}">
        <p14:creationId xmlns:p14="http://schemas.microsoft.com/office/powerpoint/2010/main" val="2739064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540526"/>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a:t>
            </a:r>
            <a:r>
              <a:rPr lang="en-US" altLang="en-US" sz="2800" dirty="0" err="1">
                <a:latin typeface="Arial" panose="020B0604020202020204" pitchFamily="34" charset="0"/>
              </a:rPr>
              <a:t>MySql</a:t>
            </a:r>
            <a:r>
              <a:rPr lang="en-US" altLang="en-US" sz="2800" dirty="0">
                <a:latin typeface="Arial" panose="020B0604020202020204" pitchFamily="34" charset="0"/>
              </a:rPr>
              <a:t> </a:t>
            </a:r>
            <a:r>
              <a:rPr lang="en-US" sz="2800" dirty="0"/>
              <a:t>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738</TotalTime>
  <Words>806</Words>
  <Application>Microsoft Office PowerPoint</Application>
  <PresentationFormat>Custom</PresentationFormat>
  <Paragraphs>309</Paragraphs>
  <Slides>14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Gotham Bold Italics</vt:lpstr>
      <vt:lpstr>Cambria</vt:lpstr>
      <vt:lpstr>Arial</vt:lpstr>
      <vt:lpstr>Gotham</vt:lpstr>
      <vt:lpstr>Times New Roman</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hemanthkoushik579@gmail.com</cp:lastModifiedBy>
  <cp:revision>19</cp:revision>
  <dcterms:created xsi:type="dcterms:W3CDTF">2006-08-16T00:00:00Z</dcterms:created>
  <dcterms:modified xsi:type="dcterms:W3CDTF">2026-05-06T04:25:21Z</dcterms:modified>
  <dc:identifier>DAHCaYqJ9OU</dc:identifier>
</cp:coreProperties>
</file>